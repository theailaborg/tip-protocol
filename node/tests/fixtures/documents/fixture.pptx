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/>
</file>

<file path=ppt/presentation.xml><p:presentation/>
</file>

<file path=ppt/slides/slide1.xml><p:sld/>
</file>